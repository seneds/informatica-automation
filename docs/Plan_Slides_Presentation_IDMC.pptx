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&amp; 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Sécuriser l’exploitation IDMC</a:t>
            </a:r>
          </a:p>
          <a:p>
            <a:r>
              <a:t>Industrialiser les déploiements sans risque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Constats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Rejets complexes</a:t>
            </a:r>
          </a:p>
          <a:p>
            <a:r>
              <a:t>Déploiements manuels</a:t>
            </a:r>
          </a:p>
          <a:p>
            <a:r>
              <a:t>Risque opérationnel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Approche pragmatique</a:t>
            </a:r>
          </a:p>
          <a:p>
            <a:r>
              <a:t>Progressive</a:t>
            </a:r>
          </a:p>
          <a:p>
            <a:r>
              <a:t>Sans remise en cause de l’existant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Pilier 1 – Gestion des rejets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Runbook</a:t>
            </a:r>
          </a:p>
          <a:p>
            <a:r>
              <a:t>DLQ</a:t>
            </a:r>
          </a:p>
          <a:p>
            <a:r>
              <a:t>Reprocessing contrôlé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Valeur métier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Moins d’incidents</a:t>
            </a:r>
          </a:p>
          <a:p>
            <a:r>
              <a:t>Diagnostic plus rapide</a:t>
            </a:r>
          </a:p>
          <a:p>
            <a:r>
              <a:t>Qualité des données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Pilier 2 – CI/CD IDMC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Automatisation ciblée</a:t>
            </a:r>
          </a:p>
          <a:p>
            <a:r>
              <a:t>DEV → INT</a:t>
            </a:r>
          </a:p>
          <a:p>
            <a:r>
              <a:t>Smoke tests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Contrôle Production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Validation manuelle</a:t>
            </a:r>
          </a:p>
          <a:p>
            <a:r>
              <a:t>Traçabilité</a:t>
            </a:r>
          </a:p>
          <a:p>
            <a:r>
              <a:t>Rollback possible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30 / 60 / 90 jours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Bénéfices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Fiabilité</a:t>
            </a:r>
          </a:p>
          <a:p>
            <a:r>
              <a:t>Prévisibilité</a:t>
            </a:r>
          </a:p>
          <a:p>
            <a:r>
              <a:t>Réduction des risques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Une plateforme plus robuste</a:t>
            </a:r>
          </a:p>
          <a:p>
            <a:r>
              <a:t>Une exploitation maîtrisée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